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8" r:id="rId2"/>
    <p:sldId id="259" r:id="rId3"/>
    <p:sldId id="270" r:id="rId4"/>
    <p:sldId id="271" r:id="rId5"/>
    <p:sldId id="273" r:id="rId6"/>
    <p:sldId id="272" r:id="rId7"/>
    <p:sldId id="274" r:id="rId8"/>
    <p:sldId id="261" r:id="rId9"/>
    <p:sldId id="262" r:id="rId10"/>
    <p:sldId id="275" r:id="rId11"/>
    <p:sldId id="266" r:id="rId12"/>
    <p:sldId id="26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6CEFA-23D1-4DF1-B796-E089A850FC3E}" type="datetimeFigureOut">
              <a:rPr lang="en-US" smtClean="0"/>
              <a:t>2/18/2014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74817-C69E-412E-9B68-36CD419E814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74817-C69E-412E-9B68-36CD419E8146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F1FC443-4F8E-40AC-B14D-3BE385CD9191}" type="datetimeFigureOut">
              <a:rPr lang="en-US" smtClean="0"/>
              <a:pPr/>
              <a:t>2/18/2014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99A12F4-3DEB-4E33-A889-8BE172D5DCA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914400"/>
            <a:ext cx="4343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 smtClean="0">
                <a:latin typeface="Calibri" pitchFamily="34" charset="0"/>
              </a:rPr>
              <a:t>Prowater</a:t>
            </a:r>
            <a:r>
              <a:rPr lang="en-US" sz="1200" dirty="0" smtClean="0">
                <a:latin typeface="Calibri" pitchFamily="34" charset="0"/>
              </a:rPr>
              <a:t> Technologies, Inc. is one of the leading </a:t>
            </a:r>
            <a:r>
              <a:rPr lang="en-US" sz="1200" dirty="0">
                <a:latin typeface="Calibri" pitchFamily="34" charset="0"/>
              </a:rPr>
              <a:t>Specialist Water </a:t>
            </a:r>
            <a:r>
              <a:rPr lang="en-US" sz="1200" dirty="0" smtClean="0">
                <a:latin typeface="Calibri" pitchFamily="34" charset="0"/>
              </a:rPr>
              <a:t>and Wastewater Treatment </a:t>
            </a:r>
            <a:r>
              <a:rPr lang="en-US" sz="1200" dirty="0">
                <a:latin typeface="Calibri" pitchFamily="34" charset="0"/>
              </a:rPr>
              <a:t>Company operating in the </a:t>
            </a:r>
            <a:r>
              <a:rPr lang="en-US" sz="1200" dirty="0" smtClean="0">
                <a:latin typeface="Calibri" pitchFamily="34" charset="0"/>
              </a:rPr>
              <a:t>Philippines. The </a:t>
            </a:r>
            <a:r>
              <a:rPr lang="en-US" sz="1200" dirty="0">
                <a:latin typeface="Calibri" pitchFamily="34" charset="0"/>
              </a:rPr>
              <a:t>company supplies quality </a:t>
            </a:r>
            <a:r>
              <a:rPr lang="en-US" sz="1200" dirty="0" smtClean="0">
                <a:latin typeface="Calibri" pitchFamily="34" charset="0"/>
              </a:rPr>
              <a:t>products and services to Cities and  </a:t>
            </a:r>
            <a:r>
              <a:rPr lang="en-US" sz="1200" dirty="0">
                <a:latin typeface="Calibri" pitchFamily="34" charset="0"/>
              </a:rPr>
              <a:t>Municipalities and </a:t>
            </a:r>
            <a:r>
              <a:rPr lang="en-US" sz="1200" dirty="0" smtClean="0">
                <a:latin typeface="Calibri" pitchFamily="34" charset="0"/>
              </a:rPr>
              <a:t>Manufacturing and Industrial </a:t>
            </a:r>
            <a:r>
              <a:rPr lang="en-US" sz="1200" dirty="0">
                <a:latin typeface="Calibri" pitchFamily="34" charset="0"/>
              </a:rPr>
              <a:t>Companies, as well as the Food </a:t>
            </a:r>
            <a:r>
              <a:rPr lang="en-US" sz="1200" dirty="0" smtClean="0">
                <a:latin typeface="Calibri" pitchFamily="34" charset="0"/>
              </a:rPr>
              <a:t>Industry, Commercial and Hotels  </a:t>
            </a:r>
            <a:r>
              <a:rPr lang="en-US" sz="1200" dirty="0">
                <a:latin typeface="Calibri" pitchFamily="34" charset="0"/>
              </a:rPr>
              <a:t>in the </a:t>
            </a:r>
            <a:r>
              <a:rPr lang="en-US" sz="1200" dirty="0" smtClean="0">
                <a:latin typeface="Calibri" pitchFamily="34" charset="0"/>
              </a:rPr>
              <a:t>country.</a:t>
            </a:r>
          </a:p>
          <a:p>
            <a:pPr algn="just"/>
            <a:endParaRPr lang="en-US" sz="1200" dirty="0">
              <a:latin typeface="Calibri" pitchFamily="34" charset="0"/>
            </a:endParaRPr>
          </a:p>
          <a:p>
            <a:pPr algn="just"/>
            <a:r>
              <a:rPr lang="en-US" sz="1200" dirty="0" err="1" smtClean="0">
                <a:latin typeface="Calibri" pitchFamily="34" charset="0"/>
              </a:rPr>
              <a:t>Prowater</a:t>
            </a:r>
            <a:r>
              <a:rPr lang="en-US" sz="1200" dirty="0" smtClean="0">
                <a:latin typeface="Calibri" pitchFamily="34" charset="0"/>
              </a:rPr>
              <a:t> </a:t>
            </a:r>
            <a:r>
              <a:rPr lang="en-US" sz="1200" dirty="0">
                <a:latin typeface="Calibri" pitchFamily="34" charset="0"/>
              </a:rPr>
              <a:t> focuses on customer service excellence and quality product supply, delivered through highly trained staff members who have invaluable experience and expertise in the Water </a:t>
            </a:r>
            <a:r>
              <a:rPr lang="en-US" sz="1200" dirty="0" smtClean="0">
                <a:latin typeface="Calibri" pitchFamily="34" charset="0"/>
              </a:rPr>
              <a:t>and Wastewater Treatment </a:t>
            </a:r>
            <a:r>
              <a:rPr lang="en-US" sz="1200" dirty="0">
                <a:latin typeface="Calibri" pitchFamily="34" charset="0"/>
              </a:rPr>
              <a:t>Industry. This special knowledge enables team members to assist customers in a wide range of applications so that, the most cost effective solution to each water </a:t>
            </a:r>
            <a:r>
              <a:rPr lang="en-US" sz="1200" dirty="0" smtClean="0">
                <a:latin typeface="Calibri" pitchFamily="34" charset="0"/>
              </a:rPr>
              <a:t>and wastewater treatment </a:t>
            </a:r>
            <a:r>
              <a:rPr lang="en-US" sz="1200" dirty="0">
                <a:latin typeface="Calibri" pitchFamily="34" charset="0"/>
              </a:rPr>
              <a:t>project is achieved</a:t>
            </a:r>
            <a:r>
              <a:rPr lang="en-US" sz="1200" dirty="0" smtClean="0">
                <a:latin typeface="Calibri" pitchFamily="34" charset="0"/>
              </a:rPr>
              <a:t>.</a:t>
            </a:r>
          </a:p>
          <a:p>
            <a:pPr algn="just"/>
            <a:endParaRPr lang="en-US" sz="1200" dirty="0">
              <a:latin typeface="Calibri" pitchFamily="34" charset="0"/>
            </a:endParaRPr>
          </a:p>
          <a:p>
            <a:pPr algn="just"/>
            <a:r>
              <a:rPr lang="en-US" sz="1200" dirty="0">
                <a:latin typeface="Calibri" pitchFamily="34" charset="0"/>
              </a:rPr>
              <a:t>Product innovation and development is a priority at </a:t>
            </a:r>
            <a:r>
              <a:rPr lang="en-US" sz="1200" dirty="0" err="1" smtClean="0">
                <a:latin typeface="Calibri" pitchFamily="34" charset="0"/>
              </a:rPr>
              <a:t>Prowater</a:t>
            </a:r>
            <a:r>
              <a:rPr lang="en-US" sz="1200" dirty="0" smtClean="0">
                <a:latin typeface="Calibri" pitchFamily="34" charset="0"/>
              </a:rPr>
              <a:t>. </a:t>
            </a:r>
            <a:r>
              <a:rPr lang="en-US" sz="1200" dirty="0">
                <a:latin typeface="Calibri" pitchFamily="34" charset="0"/>
              </a:rPr>
              <a:t>Joint research and development, in conjunction with strategic product manufacturers, places emphasis on new custom products. This advantage, ensures </a:t>
            </a:r>
            <a:r>
              <a:rPr lang="en-US" sz="1200" dirty="0" err="1" smtClean="0">
                <a:latin typeface="Calibri" pitchFamily="34" charset="0"/>
              </a:rPr>
              <a:t>Prowater</a:t>
            </a:r>
            <a:r>
              <a:rPr lang="en-US" sz="1200" dirty="0" smtClean="0">
                <a:latin typeface="Calibri" pitchFamily="34" charset="0"/>
              </a:rPr>
              <a:t>. continued </a:t>
            </a:r>
            <a:r>
              <a:rPr lang="en-US" sz="1200" dirty="0">
                <a:latin typeface="Calibri" pitchFamily="34" charset="0"/>
              </a:rPr>
              <a:t>leadership in product supply as well as the ongoing extension of the company’s product range.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These developments directly assist our customers, by reducing their production costs, as well as improving water quality supply</a:t>
            </a:r>
            <a:r>
              <a:rPr lang="en-US" sz="1200" dirty="0" smtClean="0">
                <a:latin typeface="Calibri" pitchFamily="34" charset="0"/>
              </a:rPr>
              <a:t>.</a:t>
            </a:r>
            <a:endParaRPr lang="en-US" sz="1200" dirty="0">
              <a:latin typeface="Calibri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48200" y="914400"/>
            <a:ext cx="43434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latin typeface="Calibri" pitchFamily="34" charset="0"/>
              </a:rPr>
              <a:t>Our Vision</a:t>
            </a:r>
          </a:p>
          <a:p>
            <a:r>
              <a:rPr lang="en-US" sz="1200" dirty="0" smtClean="0">
                <a:latin typeface="Calibri" pitchFamily="34" charset="0"/>
              </a:rPr>
              <a:t>Our vision is  to </a:t>
            </a:r>
            <a:r>
              <a:rPr lang="en-US" sz="1200" dirty="0">
                <a:latin typeface="Calibri" pitchFamily="34" charset="0"/>
              </a:rPr>
              <a:t>achieve 100% customer satisfaction for our products, services and integrated solutions.</a:t>
            </a:r>
          </a:p>
          <a:p>
            <a:endParaRPr lang="en-US" sz="1200" dirty="0">
              <a:latin typeface="Calibri" pitchFamily="34" charset="0"/>
            </a:endParaRPr>
          </a:p>
          <a:p>
            <a:r>
              <a:rPr lang="en-US" b="1" dirty="0" smtClean="0">
                <a:latin typeface="Calibri" pitchFamily="34" charset="0"/>
              </a:rPr>
              <a:t>Our Mission</a:t>
            </a:r>
          </a:p>
          <a:p>
            <a:pPr algn="just"/>
            <a:r>
              <a:rPr lang="en-US" sz="1200" dirty="0" smtClean="0">
                <a:latin typeface="Calibri" pitchFamily="34" charset="0"/>
              </a:rPr>
              <a:t>Our </a:t>
            </a:r>
            <a:r>
              <a:rPr lang="en-US" sz="1200" dirty="0">
                <a:latin typeface="Calibri" pitchFamily="34" charset="0"/>
              </a:rPr>
              <a:t>mission is to consistently provide a comprehensive range of high quality, cost effective and sustainable, water </a:t>
            </a:r>
            <a:r>
              <a:rPr lang="en-US" sz="1200" dirty="0" smtClean="0">
                <a:latin typeface="Calibri" pitchFamily="34" charset="0"/>
              </a:rPr>
              <a:t>and wastewater treatment </a:t>
            </a:r>
            <a:r>
              <a:rPr lang="en-US" sz="1200" dirty="0">
                <a:latin typeface="Calibri" pitchFamily="34" charset="0"/>
              </a:rPr>
              <a:t>products and services to our valued customers, in order to satisfy their specific water service delivery needs and objectives</a:t>
            </a:r>
            <a:r>
              <a:rPr lang="en-US" sz="1200" dirty="0" smtClean="0">
                <a:latin typeface="Calibri" pitchFamily="34" charset="0"/>
              </a:rPr>
              <a:t>.</a:t>
            </a:r>
          </a:p>
          <a:p>
            <a:pPr algn="just"/>
            <a:endParaRPr lang="en-US" sz="1200" dirty="0">
              <a:latin typeface="Calibri" pitchFamily="34" charset="0"/>
            </a:endParaRPr>
          </a:p>
          <a:p>
            <a:pPr algn="just"/>
            <a:r>
              <a:rPr lang="en-US" b="1" dirty="0" smtClean="0">
                <a:latin typeface="Calibri" pitchFamily="34" charset="0"/>
              </a:rPr>
              <a:t>Our Objective</a:t>
            </a:r>
          </a:p>
          <a:p>
            <a:r>
              <a:rPr lang="en-US" sz="1200" dirty="0">
                <a:latin typeface="Calibri" pitchFamily="34" charset="0"/>
              </a:rPr>
              <a:t>It is our </a:t>
            </a:r>
            <a:r>
              <a:rPr lang="en-US" sz="1200" dirty="0" err="1">
                <a:latin typeface="Calibri" pitchFamily="34" charset="0"/>
              </a:rPr>
              <a:t>endevour</a:t>
            </a:r>
            <a:r>
              <a:rPr lang="en-US" sz="1200" dirty="0">
                <a:latin typeface="Calibri" pitchFamily="34" charset="0"/>
              </a:rPr>
              <a:t> to preserve the environment by </a:t>
            </a:r>
            <a:r>
              <a:rPr lang="en-US" sz="1200" dirty="0" smtClean="0">
                <a:latin typeface="Calibri" pitchFamily="34" charset="0"/>
              </a:rPr>
              <a:t> contributing  to </a:t>
            </a:r>
          </a:p>
          <a:p>
            <a:r>
              <a:rPr lang="en-US" sz="1200" dirty="0" smtClean="0">
                <a:latin typeface="Calibri" pitchFamily="34" charset="0"/>
              </a:rPr>
              <a:t>Its protection and focusing on sustainable development of communities.</a:t>
            </a:r>
          </a:p>
          <a:p>
            <a:endParaRPr lang="en-US" sz="1200" dirty="0">
              <a:latin typeface="Calibri" pitchFamily="34" charset="0"/>
            </a:endParaRPr>
          </a:p>
          <a:p>
            <a:r>
              <a:rPr lang="en-US" b="1" dirty="0" smtClean="0">
                <a:latin typeface="Calibri" pitchFamily="34" charset="0"/>
              </a:rPr>
              <a:t>Our Goal</a:t>
            </a:r>
          </a:p>
          <a:p>
            <a:r>
              <a:rPr lang="en-US" sz="1200" dirty="0">
                <a:latin typeface="Calibri" pitchFamily="34" charset="0"/>
              </a:rPr>
              <a:t>Our goal is to be the kind of company that people want to work for, customers want to buy from, and suppliers want to sell to</a:t>
            </a:r>
            <a:r>
              <a:rPr lang="en-US" sz="1200" dirty="0" smtClean="0">
                <a:latin typeface="Calibri" pitchFamily="34" charset="0"/>
              </a:rPr>
              <a:t>.</a:t>
            </a:r>
          </a:p>
          <a:p>
            <a:endParaRPr lang="en-US" sz="1200" dirty="0" smtClean="0">
              <a:latin typeface="Calibri" pitchFamily="34" charset="0"/>
            </a:endParaRPr>
          </a:p>
          <a:p>
            <a:endParaRPr lang="en-US" sz="1200" dirty="0" smtClean="0">
              <a:latin typeface="Calibri" pitchFamily="34" charset="0"/>
            </a:endParaRPr>
          </a:p>
          <a:p>
            <a:endParaRPr lang="en-US" sz="1200" dirty="0">
              <a:latin typeface="Calibri" pitchFamily="34" charset="0"/>
            </a:endParaRPr>
          </a:p>
          <a:p>
            <a:r>
              <a:rPr lang="en-US" sz="1200" dirty="0" smtClean="0"/>
              <a:t/>
            </a:r>
            <a:br>
              <a:rPr lang="en-US" sz="1200" dirty="0" smtClean="0"/>
            </a:br>
            <a:endParaRPr lang="en-US" sz="1200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ABOUT US</a:t>
            </a:r>
            <a:endParaRPr lang="en-US" sz="4000" b="1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  <a:p>
            <a:endParaRPr lang="en-US" b="1" dirty="0">
              <a:latin typeface="Calibri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914400"/>
            <a:ext cx="43434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itchFamily="34" charset="0"/>
              </a:rPr>
              <a:t>Why Us?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Our Water and </a:t>
            </a:r>
            <a:r>
              <a:rPr lang="en-US" sz="1200" dirty="0" smtClean="0">
                <a:latin typeface="Calibri" pitchFamily="34" charset="0"/>
              </a:rPr>
              <a:t>Wastewater </a:t>
            </a:r>
            <a:r>
              <a:rPr lang="en-US" sz="1200" dirty="0">
                <a:latin typeface="Calibri" pitchFamily="34" charset="0"/>
              </a:rPr>
              <a:t>Treatment </a:t>
            </a:r>
            <a:r>
              <a:rPr lang="en-US" sz="1200" dirty="0" smtClean="0">
                <a:latin typeface="Calibri" pitchFamily="34" charset="0"/>
              </a:rPr>
              <a:t>Products </a:t>
            </a:r>
            <a:r>
              <a:rPr lang="en-US" sz="1200" dirty="0">
                <a:latin typeface="Calibri" pitchFamily="34" charset="0"/>
              </a:rPr>
              <a:t>are the best choice of our customers across the nation because of number of factors, which is as follow</a:t>
            </a:r>
            <a:r>
              <a:rPr lang="en-US" sz="1200" dirty="0" smtClean="0">
                <a:latin typeface="Calibri" pitchFamily="34" charset="0"/>
              </a:rPr>
              <a:t>:</a:t>
            </a:r>
          </a:p>
          <a:p>
            <a:pPr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Competitive </a:t>
            </a:r>
            <a:r>
              <a:rPr lang="en-US" sz="1200" dirty="0">
                <a:latin typeface="Calibri" pitchFamily="34" charset="0"/>
              </a:rPr>
              <a:t>prices</a:t>
            </a:r>
          </a:p>
          <a:p>
            <a:pPr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Infrastructure</a:t>
            </a:r>
            <a:endParaRPr lang="en-US" sz="1200" dirty="0">
              <a:latin typeface="Calibri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Experienced </a:t>
            </a:r>
            <a:r>
              <a:rPr lang="en-US" sz="1200" dirty="0">
                <a:latin typeface="Calibri" pitchFamily="34" charset="0"/>
              </a:rPr>
              <a:t>and expert team</a:t>
            </a:r>
          </a:p>
          <a:p>
            <a:pPr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Qualitative </a:t>
            </a:r>
            <a:r>
              <a:rPr lang="en-US" sz="1200" dirty="0">
                <a:latin typeface="Calibri" pitchFamily="34" charset="0"/>
              </a:rPr>
              <a:t>products</a:t>
            </a:r>
          </a:p>
          <a:p>
            <a:pPr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Customized </a:t>
            </a:r>
            <a:r>
              <a:rPr lang="en-US" sz="1200" dirty="0">
                <a:latin typeface="Calibri" pitchFamily="34" charset="0"/>
              </a:rPr>
              <a:t>yet cost-effective products/services</a:t>
            </a:r>
          </a:p>
          <a:p>
            <a:pPr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Service </a:t>
            </a:r>
            <a:r>
              <a:rPr lang="en-US" sz="1200" dirty="0">
                <a:latin typeface="Calibri" pitchFamily="34" charset="0"/>
              </a:rPr>
              <a:t>support after supply</a:t>
            </a:r>
          </a:p>
          <a:p>
            <a:pPr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Long </a:t>
            </a:r>
            <a:r>
              <a:rPr lang="en-US" sz="1200" dirty="0">
                <a:latin typeface="Calibri" pitchFamily="34" charset="0"/>
              </a:rPr>
              <a:t>list of satisfied </a:t>
            </a:r>
            <a:r>
              <a:rPr lang="en-US" sz="1200" dirty="0" smtClean="0">
                <a:latin typeface="Calibri" pitchFamily="34" charset="0"/>
              </a:rPr>
              <a:t>customers</a:t>
            </a:r>
          </a:p>
          <a:p>
            <a:endParaRPr lang="en-US" sz="1200" b="1" dirty="0">
              <a:latin typeface="Calibri" pitchFamily="34" charset="0"/>
            </a:endParaRPr>
          </a:p>
          <a:p>
            <a:r>
              <a:rPr lang="en-US" b="1" dirty="0" smtClean="0">
                <a:latin typeface="Calibri" pitchFamily="34" charset="0"/>
              </a:rPr>
              <a:t>Application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Quality oriented products have a wide application in various industries. Following are applications of products: </a:t>
            </a:r>
            <a:endParaRPr lang="en-US" sz="1200" dirty="0" smtClean="0">
              <a:latin typeface="Calibri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Power Plants, Refineries, Petro-chemical and Oil &amp; Gas</a:t>
            </a:r>
            <a:endParaRPr lang="en-US" sz="1200" dirty="0">
              <a:latin typeface="Calibri" pitchFamily="34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Food </a:t>
            </a:r>
            <a:r>
              <a:rPr lang="en-US" sz="1200" dirty="0">
                <a:latin typeface="Calibri" pitchFamily="34" charset="0"/>
              </a:rPr>
              <a:t>&amp; </a:t>
            </a:r>
            <a:r>
              <a:rPr lang="en-US" sz="1200" dirty="0" smtClean="0">
                <a:latin typeface="Calibri" pitchFamily="34" charset="0"/>
              </a:rPr>
              <a:t>Beverage, Restaurants</a:t>
            </a:r>
            <a:r>
              <a:rPr lang="en-US" sz="1200" dirty="0">
                <a:latin typeface="Calibri" pitchFamily="34" charset="0"/>
              </a:rPr>
              <a:t> </a:t>
            </a:r>
            <a:r>
              <a:rPr lang="en-US" sz="1200" dirty="0" smtClean="0">
                <a:latin typeface="Calibri" pitchFamily="34" charset="0"/>
              </a:rPr>
              <a:t>and Food Chains </a:t>
            </a:r>
            <a:endParaRPr lang="en-US" sz="1200" dirty="0">
              <a:latin typeface="Calibri" pitchFamily="34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Automobile and other Manufacturing Plants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Hotels, Office &amp; Commercial Buildings and Malls</a:t>
            </a:r>
          </a:p>
          <a:p>
            <a:pPr algn="just">
              <a:buFont typeface="Wingdings" pitchFamily="2" charset="2"/>
              <a:buChar char="ü"/>
            </a:pPr>
            <a:r>
              <a:rPr lang="en-US" sz="1200" dirty="0" smtClean="0">
                <a:latin typeface="Calibri" pitchFamily="34" charset="0"/>
              </a:rPr>
              <a:t>Hospitals</a:t>
            </a:r>
            <a:endParaRPr lang="en-US" sz="1200" dirty="0">
              <a:latin typeface="Calibri" pitchFamily="34" charset="0"/>
            </a:endParaRPr>
          </a:p>
          <a:p>
            <a:pPr algn="just">
              <a:buFont typeface="Wingdings" pitchFamily="2" charset="2"/>
              <a:buChar char="ü"/>
            </a:pPr>
            <a:endParaRPr lang="en-US" sz="1200" dirty="0">
              <a:latin typeface="Calibri" pitchFamily="34" charset="0"/>
            </a:endParaRPr>
          </a:p>
          <a:p>
            <a:pPr algn="just"/>
            <a:endParaRPr lang="en-US" sz="1200" dirty="0" smtClean="0">
              <a:latin typeface="Calibri" pitchFamily="34" charset="0"/>
            </a:endParaRPr>
          </a:p>
          <a:p>
            <a:pPr algn="just">
              <a:buFont typeface="Wingdings" pitchFamily="2" charset="2"/>
              <a:buChar char="ü"/>
            </a:pPr>
            <a:endParaRPr lang="en-US" sz="1200" dirty="0">
              <a:latin typeface="Calibri" pitchFamily="34" charset="0"/>
            </a:endParaRPr>
          </a:p>
          <a:p>
            <a:pPr algn="just"/>
            <a:endParaRPr lang="en-US" sz="1200" dirty="0" smtClean="0">
              <a:latin typeface="Calibri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48200" y="914400"/>
            <a:ext cx="43434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latin typeface="Calibri" pitchFamily="34" charset="0"/>
              </a:rPr>
              <a:t>Our Products and Services</a:t>
            </a:r>
          </a:p>
          <a:p>
            <a:r>
              <a:rPr lang="en-US" sz="1200" b="1" u="sng" dirty="0" smtClean="0">
                <a:latin typeface="Calibri" pitchFamily="34" charset="0"/>
              </a:rPr>
              <a:t>Water </a:t>
            </a:r>
            <a:r>
              <a:rPr lang="en-US" sz="1200" b="1" u="sng" dirty="0">
                <a:latin typeface="Calibri" pitchFamily="34" charset="0"/>
              </a:rPr>
              <a:t>Treatment 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Cooling Water Treatment 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Chilled Water Treatment 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Boiler Water </a:t>
            </a:r>
            <a:r>
              <a:rPr lang="en-US" sz="1200" dirty="0" smtClean="0">
                <a:latin typeface="Calibri" pitchFamily="34" charset="0"/>
              </a:rPr>
              <a:t>Treatment</a:t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 smtClean="0">
                <a:latin typeface="Calibri" pitchFamily="34" charset="0"/>
              </a:rPr>
              <a:t>- Supply and Install of Water Softener</a:t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b="1" u="sng" dirty="0" smtClean="0">
                <a:latin typeface="Calibri" pitchFamily="34" charset="0"/>
              </a:rPr>
              <a:t>Wastewater Treatment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Design &amp; Construct of Sewage Treatment </a:t>
            </a:r>
            <a:r>
              <a:rPr lang="en-US" sz="1200" dirty="0" smtClean="0">
                <a:latin typeface="Calibri" pitchFamily="34" charset="0"/>
              </a:rPr>
              <a:t>Plant (STP)/Wastewater Treatment Plant (WTP)</a:t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Operation &amp;Maintenance of </a:t>
            </a:r>
            <a:r>
              <a:rPr lang="en-US" sz="1200" dirty="0" smtClean="0">
                <a:latin typeface="Calibri" pitchFamily="34" charset="0"/>
              </a:rPr>
              <a:t>STP/WTP</a:t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Rehabilitation/Upgrading of STP/WTP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Enzyme Treatment of Septic Tank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Grease Trap Treatment &amp; Hauling Services. 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b="1" u="sng" dirty="0" smtClean="0">
                <a:latin typeface="Calibri" pitchFamily="34" charset="0"/>
              </a:rPr>
              <a:t>Specialty </a:t>
            </a:r>
            <a:r>
              <a:rPr lang="en-US" sz="1200" b="1" u="sng" dirty="0">
                <a:latin typeface="Calibri" pitchFamily="34" charset="0"/>
              </a:rPr>
              <a:t>Cleaning Chemicals &amp; </a:t>
            </a:r>
            <a:r>
              <a:rPr lang="en-US" sz="1200" b="1" u="sng" dirty="0" smtClean="0">
                <a:latin typeface="Calibri" pitchFamily="34" charset="0"/>
              </a:rPr>
              <a:t>Services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Oil Tank Cleaning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AHU Cleaning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Pre-Operational Cleaning 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 Water Tank Disinfection System (Super Chlorination) 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r>
              <a:rPr lang="en-US" sz="1200" dirty="0">
                <a:latin typeface="Calibri" pitchFamily="34" charset="0"/>
              </a:rPr>
              <a:t>-  </a:t>
            </a:r>
            <a:r>
              <a:rPr lang="en-US" sz="1200" dirty="0" err="1">
                <a:latin typeface="Calibri" pitchFamily="34" charset="0"/>
              </a:rPr>
              <a:t>Descaling</a:t>
            </a:r>
            <a:r>
              <a:rPr lang="en-US" sz="1200" dirty="0">
                <a:latin typeface="Calibri" pitchFamily="34" charset="0"/>
              </a:rPr>
              <a:t> Services</a:t>
            </a:r>
            <a:r>
              <a:rPr lang="en-US" sz="1200" dirty="0" smtClean="0">
                <a:latin typeface="Calibri" pitchFamily="34" charset="0"/>
              </a:rPr>
              <a:t/>
            </a:r>
            <a:br>
              <a:rPr lang="en-US" sz="1200" dirty="0" smtClean="0">
                <a:latin typeface="Calibri" pitchFamily="34" charset="0"/>
              </a:rPr>
            </a:br>
            <a:endParaRPr lang="en-US" sz="1200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OUR EXPERTISE</a:t>
            </a:r>
            <a:endParaRPr lang="en-US" sz="4000" b="1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  <a:p>
            <a:r>
              <a:rPr lang="en-US" b="1" dirty="0" smtClean="0">
                <a:latin typeface="Calibri" pitchFamily="34" charset="0"/>
              </a:rPr>
              <a:t>Exclusive Distributorship of: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541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EXCLUSIVE DISTRIBUTORSHIP</a:t>
            </a:r>
            <a:endParaRPr lang="en-US" sz="4000" b="1" dirty="0">
              <a:latin typeface="Calibri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838200"/>
            <a:ext cx="40481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895600"/>
            <a:ext cx="2895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24350" y="914400"/>
            <a:ext cx="451485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  <a:p>
            <a:r>
              <a:rPr lang="en-US" b="1" dirty="0" smtClean="0">
                <a:latin typeface="Calibri" pitchFamily="34" charset="0"/>
              </a:rPr>
              <a:t>Exclusive Distributorship of: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541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EXCLUSIVE DISTRIBUTORSHIP</a:t>
            </a:r>
            <a:endParaRPr lang="en-US" sz="4000" b="1" dirty="0">
              <a:latin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19600" y="304800"/>
            <a:ext cx="4572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/>
              <a:t>RYDLYME Marine... The Ultimate Biodegradable Marine </a:t>
            </a:r>
            <a:r>
              <a:rPr lang="en-US" b="1" i="1" dirty="0" err="1" smtClean="0"/>
              <a:t>Descaler</a:t>
            </a:r>
            <a:r>
              <a:rPr lang="en-US" b="1" i="1" dirty="0" smtClean="0"/>
              <a:t>!</a:t>
            </a:r>
          </a:p>
          <a:p>
            <a:pPr algn="just"/>
            <a:r>
              <a:rPr lang="en-US" b="1" i="1" dirty="0" smtClean="0"/>
              <a:t>RYDLYME Marine</a:t>
            </a:r>
            <a:r>
              <a:rPr lang="en-US" dirty="0" smtClean="0"/>
              <a:t> is a biodegradable, marine </a:t>
            </a:r>
            <a:r>
              <a:rPr lang="en-US" dirty="0" err="1" smtClean="0"/>
              <a:t>descaler</a:t>
            </a:r>
            <a:r>
              <a:rPr lang="en-US" dirty="0" smtClean="0"/>
              <a:t> designed for the maritime industry to safely dissolve calcium, rust,  barnacles and other mineral deposits that hinder the performance of vital water systems.</a:t>
            </a:r>
          </a:p>
          <a:p>
            <a:pPr algn="just"/>
            <a:r>
              <a:rPr lang="en-US" b="1" i="1" dirty="0" smtClean="0"/>
              <a:t>RYDLYME Marine</a:t>
            </a:r>
            <a:r>
              <a:rPr lang="en-US" dirty="0" smtClean="0"/>
              <a:t> can be used on all types of vessels, including workboats, cruise ships, mega-yachts, freighters and even recreational boats. This revolutionary </a:t>
            </a:r>
            <a:r>
              <a:rPr lang="en-US" dirty="0" err="1" smtClean="0"/>
              <a:t>descaler</a:t>
            </a:r>
            <a:r>
              <a:rPr lang="en-US" dirty="0" smtClean="0"/>
              <a:t> can help you save money by removing unwanted marine deposits on heat exchangers, engine cooling systems, condensers and much more!</a:t>
            </a:r>
            <a:br>
              <a:rPr lang="en-US" dirty="0" smtClean="0"/>
            </a:br>
            <a:r>
              <a:rPr lang="en-US" dirty="0" smtClean="0"/>
              <a:t> </a:t>
            </a:r>
            <a:endParaRPr lang="en-US" dirty="0"/>
          </a:p>
        </p:txBody>
      </p:sp>
      <p:pic>
        <p:nvPicPr>
          <p:cNvPr id="10244" name="Picture 4" descr="Apex Engineering Products Corpor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066800"/>
            <a:ext cx="4419600" cy="1905000"/>
          </a:xfrm>
          <a:prstGeom prst="rect">
            <a:avLst/>
          </a:prstGeom>
          <a:noFill/>
        </p:spPr>
      </p:pic>
      <p:pic>
        <p:nvPicPr>
          <p:cNvPr id="10248" name="Picture 8" descr="Tahom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971801"/>
            <a:ext cx="3190875" cy="1981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  <a:p>
            <a:r>
              <a:rPr lang="en-US" b="1" dirty="0" smtClean="0">
                <a:latin typeface="Calibri" pitchFamily="34" charset="0"/>
              </a:rPr>
              <a:t>Exclusive Distributorship of: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541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EXCLUSIVE DISTRIBUTORSHIP</a:t>
            </a:r>
            <a:endParaRPr lang="en-US" sz="4000" b="1" dirty="0">
              <a:latin typeface="Calibri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838201"/>
            <a:ext cx="8839199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  <a:p>
            <a:r>
              <a:rPr lang="en-US" b="1" dirty="0" smtClean="0">
                <a:latin typeface="Calibri" pitchFamily="34" charset="0"/>
              </a:rPr>
              <a:t>Exclusive Distributorship of: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541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EXCLUSIVE DISTRIBUTORSHIP</a:t>
            </a:r>
            <a:endParaRPr lang="en-US" sz="4000" b="1" dirty="0">
              <a:latin typeface="Calibri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838200"/>
            <a:ext cx="883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  <a:p>
            <a:r>
              <a:rPr lang="en-US" b="1" dirty="0" smtClean="0">
                <a:latin typeface="Calibri" pitchFamily="34" charset="0"/>
              </a:rPr>
              <a:t>Exclusive Distributorship of: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541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EXCLUSIVE DISTRIBUTORSHIP</a:t>
            </a:r>
            <a:endParaRPr lang="en-US" sz="4000" b="1" dirty="0">
              <a:latin typeface="Calibri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762000"/>
            <a:ext cx="8610600" cy="426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  <a:p>
            <a:r>
              <a:rPr lang="en-US" b="1" dirty="0" smtClean="0">
                <a:latin typeface="Calibri" pitchFamily="34" charset="0"/>
              </a:rPr>
              <a:t>Exclusive Distributorship of: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541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EXCLUSIVE DISTRIBUTORSHIP</a:t>
            </a:r>
            <a:endParaRPr lang="en-US" sz="4000" b="1" dirty="0">
              <a:latin typeface="Calibri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838200"/>
            <a:ext cx="8839200" cy="4190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  <a:p>
            <a:r>
              <a:rPr lang="en-US" b="1" dirty="0" smtClean="0">
                <a:latin typeface="Calibri" pitchFamily="34" charset="0"/>
              </a:rPr>
              <a:t>Exclusive Distributorship of: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541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EXCLUSIVE DISTRIBUTORSHIP</a:t>
            </a:r>
            <a:endParaRPr lang="en-US" sz="4000" b="1" dirty="0">
              <a:latin typeface="Calibri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762000"/>
            <a:ext cx="8763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  <a:p>
            <a:r>
              <a:rPr lang="en-US" b="1" dirty="0" smtClean="0">
                <a:latin typeface="Calibri" pitchFamily="34" charset="0"/>
              </a:rPr>
              <a:t>Exclusive Distributorship of: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541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EXCLUSIVE DISTRIBUTORSHIP</a:t>
            </a:r>
            <a:endParaRPr lang="en-US" sz="4000" b="1" dirty="0">
              <a:latin typeface="Calibri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762000"/>
            <a:ext cx="8763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  <a:p>
            <a:r>
              <a:rPr lang="en-US" b="1" dirty="0" smtClean="0">
                <a:latin typeface="Calibri" pitchFamily="34" charset="0"/>
              </a:rPr>
              <a:t>Exclusive Distributorship of: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541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EXCLUSIVE DISTRIBUTORSHIP</a:t>
            </a:r>
            <a:endParaRPr lang="en-US" sz="4000" b="1" dirty="0">
              <a:latin typeface="Calibri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762000"/>
            <a:ext cx="8839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PROWATER TECHNOLOGIES, INC.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914400"/>
            <a:ext cx="4343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latin typeface="Calibri" pitchFamily="34" charset="0"/>
              </a:rPr>
              <a:t>Hotels, Office &amp; Commercial Buildings and Malls</a:t>
            </a:r>
          </a:p>
          <a:p>
            <a:pPr algn="just"/>
            <a:r>
              <a:rPr lang="en-US" sz="1200" b="1" dirty="0" smtClean="0">
                <a:latin typeface="Calibri" pitchFamily="34" charset="0"/>
              </a:rPr>
              <a:t>Raffles &amp; Fairmont</a:t>
            </a: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Grease Traps Treatment &amp; Hauling Services</a:t>
            </a: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Enzyme Treatment of Septic Tank</a:t>
            </a:r>
          </a:p>
          <a:p>
            <a:pPr algn="just"/>
            <a:endParaRPr lang="en-US" sz="1200" dirty="0" smtClean="0">
              <a:latin typeface="Calibri" pitchFamily="34" charset="0"/>
            </a:endParaRPr>
          </a:p>
          <a:p>
            <a:pPr algn="just"/>
            <a:r>
              <a:rPr lang="en-US" sz="1200" b="1" dirty="0" smtClean="0">
                <a:latin typeface="Calibri" pitchFamily="34" charset="0"/>
              </a:rPr>
              <a:t>Posh Properties Development Corporation</a:t>
            </a: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Cooling Water Treatment of 2 Shopping Center</a:t>
            </a: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Chilled Water Treatment of 2 Shopping Center</a:t>
            </a:r>
          </a:p>
          <a:p>
            <a:pPr algn="just">
              <a:buFont typeface="Arial" pitchFamily="34" charset="0"/>
              <a:buChar char="•"/>
            </a:pPr>
            <a:endParaRPr lang="en-US" sz="1200" dirty="0">
              <a:latin typeface="Calibri" pitchFamily="34" charset="0"/>
            </a:endParaRPr>
          </a:p>
          <a:p>
            <a:r>
              <a:rPr lang="en-AU" sz="1200" b="1" dirty="0" smtClean="0">
                <a:latin typeface="Calibri" pitchFamily="34" charset="0"/>
              </a:rPr>
              <a:t>Tokiko Industrial Resources, Inc.</a:t>
            </a:r>
            <a:endParaRPr lang="en-US" sz="1200" dirty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Cooling Water Treatment of </a:t>
            </a:r>
            <a:r>
              <a:rPr lang="en-US" sz="1200" dirty="0" err="1" smtClean="0">
                <a:latin typeface="Calibri" pitchFamily="34" charset="0"/>
              </a:rPr>
              <a:t>Nutriasia</a:t>
            </a:r>
            <a:r>
              <a:rPr lang="en-US" sz="1200" dirty="0" smtClean="0">
                <a:latin typeface="Calibri" pitchFamily="34" charset="0"/>
              </a:rPr>
              <a:t> Tower 1 </a:t>
            </a: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Chilled Water Treatment of </a:t>
            </a:r>
            <a:r>
              <a:rPr lang="en-US" sz="1200" dirty="0" err="1" smtClean="0">
                <a:latin typeface="Calibri" pitchFamily="34" charset="0"/>
              </a:rPr>
              <a:t>Nutriasia</a:t>
            </a:r>
            <a:r>
              <a:rPr lang="en-US" sz="1200" dirty="0" smtClean="0">
                <a:latin typeface="Calibri" pitchFamily="34" charset="0"/>
              </a:rPr>
              <a:t> Tower 1</a:t>
            </a:r>
          </a:p>
          <a:p>
            <a:pPr algn="just">
              <a:buFont typeface="Arial" pitchFamily="34" charset="0"/>
              <a:buChar char="•"/>
            </a:pPr>
            <a:r>
              <a:rPr lang="en-US" sz="1200" dirty="0">
                <a:latin typeface="Calibri" pitchFamily="34" charset="0"/>
              </a:rPr>
              <a:t> </a:t>
            </a:r>
            <a:r>
              <a:rPr lang="en-US" sz="1200" dirty="0" smtClean="0">
                <a:latin typeface="Calibri" pitchFamily="34" charset="0"/>
              </a:rPr>
              <a:t> Pre-</a:t>
            </a:r>
            <a:r>
              <a:rPr lang="en-US" sz="1200" dirty="0" err="1" smtClean="0">
                <a:latin typeface="Calibri" pitchFamily="34" charset="0"/>
              </a:rPr>
              <a:t>Operationall</a:t>
            </a:r>
            <a:r>
              <a:rPr lang="en-US" sz="1200" dirty="0" smtClean="0">
                <a:latin typeface="Calibri" pitchFamily="34" charset="0"/>
              </a:rPr>
              <a:t> Cleaning of </a:t>
            </a:r>
            <a:r>
              <a:rPr lang="en-US" sz="1200" dirty="0" err="1" smtClean="0">
                <a:latin typeface="Calibri" pitchFamily="34" charset="0"/>
              </a:rPr>
              <a:t>Nutriasia</a:t>
            </a:r>
            <a:r>
              <a:rPr lang="en-US" sz="1200" dirty="0" smtClean="0">
                <a:latin typeface="Calibri" pitchFamily="34" charset="0"/>
              </a:rPr>
              <a:t> Tower 1</a:t>
            </a:r>
          </a:p>
          <a:p>
            <a:pPr algn="just">
              <a:buFont typeface="Arial" pitchFamily="34" charset="0"/>
              <a:buChar char="•"/>
            </a:pPr>
            <a:endParaRPr lang="en-US" sz="1200" dirty="0" smtClean="0">
              <a:latin typeface="Calibri" pitchFamily="34" charset="0"/>
            </a:endParaRPr>
          </a:p>
          <a:p>
            <a:r>
              <a:rPr lang="en-US" sz="1200" b="1" dirty="0" err="1" smtClean="0">
                <a:latin typeface="Calibri" pitchFamily="34" charset="0"/>
              </a:rPr>
              <a:t>Mactan</a:t>
            </a:r>
            <a:r>
              <a:rPr lang="en-US" sz="1200" b="1" dirty="0" smtClean="0">
                <a:latin typeface="Calibri" pitchFamily="34" charset="0"/>
              </a:rPr>
              <a:t> Cebu </a:t>
            </a:r>
            <a:r>
              <a:rPr lang="en-US" sz="1200" b="1" dirty="0" err="1" smtClean="0">
                <a:latin typeface="Calibri" pitchFamily="34" charset="0"/>
              </a:rPr>
              <a:t>Inaternational</a:t>
            </a:r>
            <a:r>
              <a:rPr lang="en-US" sz="1200" b="1" dirty="0" smtClean="0">
                <a:latin typeface="Calibri" pitchFamily="34" charset="0"/>
              </a:rPr>
              <a:t> Airport Authority</a:t>
            </a:r>
            <a:endParaRPr lang="en-US" sz="1200" dirty="0" smtClean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</a:t>
            </a:r>
            <a:r>
              <a:rPr lang="en-US" sz="1200" dirty="0" smtClean="0">
                <a:latin typeface="Calibri" pitchFamily="34" charset="0"/>
              </a:rPr>
              <a:t> Supply of 6%AFFF</a:t>
            </a:r>
            <a:endParaRPr lang="en-US" sz="1200" dirty="0" smtClean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</a:t>
            </a:r>
            <a:r>
              <a:rPr lang="en-US" sz="1200" dirty="0" smtClean="0">
                <a:latin typeface="Calibri" pitchFamily="34" charset="0"/>
              </a:rPr>
              <a:t>Supply of BC Dry Chemicals</a:t>
            </a:r>
            <a:endParaRPr lang="en-US" sz="1200" dirty="0" smtClean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endParaRPr lang="en-US" sz="1200" dirty="0" smtClean="0">
              <a:latin typeface="Calibri" pitchFamily="34" charset="0"/>
            </a:endParaRPr>
          </a:p>
          <a:p>
            <a:r>
              <a:rPr lang="en-US" sz="1200" b="1" dirty="0" smtClean="0">
                <a:latin typeface="Calibri" pitchFamily="34" charset="0"/>
              </a:rPr>
              <a:t>City Government of </a:t>
            </a:r>
            <a:r>
              <a:rPr lang="en-US" sz="1200" b="1" dirty="0" err="1" smtClean="0">
                <a:latin typeface="Calibri" pitchFamily="34" charset="0"/>
              </a:rPr>
              <a:t>Calamba</a:t>
            </a:r>
            <a:endParaRPr lang="en-US" sz="1200" dirty="0" smtClean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</a:t>
            </a:r>
            <a:r>
              <a:rPr lang="en-US" sz="1200" dirty="0" smtClean="0">
                <a:latin typeface="Calibri" pitchFamily="34" charset="0"/>
              </a:rPr>
              <a:t>Design &amp; Construct of Sewage Treatment Plant of BJMP</a:t>
            </a:r>
            <a:endParaRPr lang="en-US" sz="1200" dirty="0" smtClean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</a:t>
            </a:r>
            <a:r>
              <a:rPr lang="en-US" sz="1200" dirty="0" smtClean="0">
                <a:latin typeface="Calibri" pitchFamily="34" charset="0"/>
              </a:rPr>
              <a:t>Operational &amp; Maintenance of </a:t>
            </a:r>
            <a:r>
              <a:rPr lang="en-US" sz="1200" dirty="0" err="1" smtClean="0">
                <a:latin typeface="Calibri" pitchFamily="34" charset="0"/>
              </a:rPr>
              <a:t>of</a:t>
            </a:r>
            <a:r>
              <a:rPr lang="en-US" sz="1200" dirty="0" smtClean="0">
                <a:latin typeface="Calibri" pitchFamily="34" charset="0"/>
              </a:rPr>
              <a:t> STP of </a:t>
            </a:r>
            <a:r>
              <a:rPr lang="en-US" sz="1200" dirty="0" err="1" smtClean="0">
                <a:latin typeface="Calibri" pitchFamily="34" charset="0"/>
              </a:rPr>
              <a:t>Calamba</a:t>
            </a:r>
            <a:r>
              <a:rPr lang="en-US" sz="1200" dirty="0" smtClean="0">
                <a:latin typeface="Calibri" pitchFamily="34" charset="0"/>
              </a:rPr>
              <a:t> </a:t>
            </a:r>
            <a:r>
              <a:rPr lang="en-US" sz="1200" dirty="0" err="1" smtClean="0">
                <a:latin typeface="Calibri" pitchFamily="34" charset="0"/>
              </a:rPr>
              <a:t>Cityhall</a:t>
            </a:r>
            <a:r>
              <a:rPr lang="en-US" sz="1200" dirty="0" smtClean="0">
                <a:latin typeface="Calibri" pitchFamily="34" charset="0"/>
              </a:rPr>
              <a:t> and </a:t>
            </a:r>
            <a:r>
              <a:rPr lang="en-US" sz="1200" dirty="0" err="1" smtClean="0">
                <a:latin typeface="Calibri" pitchFamily="34" charset="0"/>
              </a:rPr>
              <a:t>Calamba</a:t>
            </a:r>
            <a:r>
              <a:rPr lang="en-US" sz="1200" dirty="0" smtClean="0">
                <a:latin typeface="Calibri" pitchFamily="34" charset="0"/>
              </a:rPr>
              <a:t> City Market</a:t>
            </a:r>
            <a:endParaRPr lang="en-US" sz="1200" dirty="0" smtClean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endParaRPr lang="en-US" sz="1200" dirty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endParaRPr lang="en-US" sz="1200" dirty="0" smtClean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endParaRPr lang="en-US" sz="1200" dirty="0">
              <a:latin typeface="Calibri" pitchFamily="34" charset="0"/>
            </a:endParaRPr>
          </a:p>
          <a:p>
            <a:pPr algn="just"/>
            <a:endParaRPr lang="en-US" sz="1200" dirty="0" smtClean="0">
              <a:latin typeface="Calibri" pitchFamily="34" charset="0"/>
            </a:endParaRPr>
          </a:p>
          <a:p>
            <a:pPr algn="just"/>
            <a:endParaRPr lang="en-US" sz="1200" b="1" dirty="0" smtClean="0">
              <a:latin typeface="Calibri" pitchFamily="34" charset="0"/>
            </a:endParaRPr>
          </a:p>
          <a:p>
            <a:pPr algn="just"/>
            <a:endParaRPr lang="en-US" sz="1200" dirty="0" smtClean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5638800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</a:rPr>
              <a:t>OUR CLIENTS</a:t>
            </a:r>
            <a:endParaRPr lang="en-US" sz="4000" b="1" dirty="0"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48200" y="914400"/>
            <a:ext cx="43434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latin typeface="Calibri" pitchFamily="34" charset="0"/>
              </a:rPr>
              <a:t>Automobile and other Manufacturing Plants</a:t>
            </a:r>
          </a:p>
          <a:p>
            <a:r>
              <a:rPr lang="en-US" sz="1200" b="1" dirty="0" smtClean="0">
                <a:latin typeface="Calibri" pitchFamily="34" charset="0"/>
              </a:rPr>
              <a:t>Toyota Motors Philippines Corporation</a:t>
            </a:r>
            <a:endParaRPr lang="en-US" sz="1200" dirty="0" smtClean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Cooling Water Treatment</a:t>
            </a: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Boiler Water Treatment</a:t>
            </a: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</a:t>
            </a:r>
            <a:r>
              <a:rPr lang="en-US" sz="1200" dirty="0" err="1" smtClean="0">
                <a:latin typeface="Calibri" pitchFamily="34" charset="0"/>
              </a:rPr>
              <a:t>Descaling</a:t>
            </a:r>
            <a:r>
              <a:rPr lang="en-US" sz="1200" dirty="0" smtClean="0">
                <a:latin typeface="Calibri" pitchFamily="34" charset="0"/>
              </a:rPr>
              <a:t> Services</a:t>
            </a:r>
          </a:p>
          <a:p>
            <a:pPr algn="just">
              <a:buFont typeface="Arial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  Supply and Install Water Softener</a:t>
            </a:r>
          </a:p>
          <a:p>
            <a:pPr algn="just">
              <a:buFont typeface="Arial" pitchFamily="34" charset="0"/>
              <a:buChar char="•"/>
            </a:pPr>
            <a:endParaRPr lang="en-US" sz="1200" dirty="0" smtClean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endParaRPr lang="en-US" sz="1200" dirty="0">
              <a:latin typeface="Calibri" pitchFamily="34" charset="0"/>
            </a:endParaRPr>
          </a:p>
          <a:p>
            <a:pPr algn="just"/>
            <a:endParaRPr lang="en-US" sz="1200" dirty="0" smtClean="0">
              <a:latin typeface="Calibri" pitchFamily="34" charset="0"/>
            </a:endParaRPr>
          </a:p>
          <a:p>
            <a:pPr algn="just"/>
            <a:endParaRPr lang="en-US" sz="1200" b="1" dirty="0" smtClean="0">
              <a:latin typeface="Calibri" pitchFamily="34" charset="0"/>
            </a:endParaRPr>
          </a:p>
          <a:p>
            <a:pPr algn="just"/>
            <a:endParaRPr lang="en-US" sz="1200" dirty="0" smtClean="0">
              <a:latin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8200" y="25908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b="1" dirty="0" smtClean="0">
                <a:latin typeface="Calibri" pitchFamily="34" charset="0"/>
              </a:rPr>
              <a:t>Power Plants, Refineries, Petro-chemical and Oil &amp; Gas</a:t>
            </a:r>
          </a:p>
          <a:p>
            <a:r>
              <a:rPr lang="en-US" b="1" dirty="0" smtClean="0">
                <a:latin typeface="Calibri" pitchFamily="34" charset="0"/>
              </a:rPr>
              <a:t>Shell Philippines Exploration B.V.</a:t>
            </a:r>
            <a:endParaRPr lang="en-US" dirty="0" smtClean="0">
              <a:latin typeface="Calibri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Calibri" pitchFamily="34" charset="0"/>
              </a:rPr>
              <a:t>  </a:t>
            </a:r>
            <a:r>
              <a:rPr lang="en-US" sz="1200" dirty="0" err="1" smtClean="0">
                <a:latin typeface="Calibri" pitchFamily="34" charset="0"/>
              </a:rPr>
              <a:t>Descaling</a:t>
            </a:r>
            <a:r>
              <a:rPr lang="en-US" sz="1200" dirty="0" smtClean="0">
                <a:latin typeface="Calibri" pitchFamily="34" charset="0"/>
              </a:rPr>
              <a:t> Services Using </a:t>
            </a:r>
            <a:r>
              <a:rPr lang="en-US" sz="1200" dirty="0" err="1" smtClean="0">
                <a:latin typeface="Calibri" pitchFamily="34" charset="0"/>
              </a:rPr>
              <a:t>Rydlyme</a:t>
            </a:r>
            <a:endParaRPr lang="en-US" sz="1200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366</TotalTime>
  <Words>475</Words>
  <Application>Microsoft Office PowerPoint</Application>
  <PresentationFormat>On-screen Show (4:3)</PresentationFormat>
  <Paragraphs>114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JENNY</dc:creator>
  <cp:lastModifiedBy>JENNY</cp:lastModifiedBy>
  <cp:revision>38</cp:revision>
  <dcterms:created xsi:type="dcterms:W3CDTF">2013-09-08T14:55:25Z</dcterms:created>
  <dcterms:modified xsi:type="dcterms:W3CDTF">2014-02-18T03:46:58Z</dcterms:modified>
</cp:coreProperties>
</file>